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91840" cy="51435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Task Management Application built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 (Blade + API) and React 19 (Vite)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Laravel 10 (Blade)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Laravel API + Sanctum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React 19 + Vite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  React Router v6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MySQL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is a project management web application built as two independent implementations: one using Laravel 10 with Blade templating, and a second using Laravel as a pure REST API backend with a separate React 19 frontend. Both share the same database and core logic.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51760" cy="7315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+ Blade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MVC with Blade templates, CSS, sessions &amp; standard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+ React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JSON API with Sanctum tokens; React 19 SPA consumes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74520"/>
            <a:ext cx="26517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database, models, migrations, and business 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 •  Full-Stack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54864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Laravel Blade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 → Laravel Routes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Controllers → Blade Views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 Authentication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MySQL via Eloquent ORM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Breeze Authentication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CSS Styling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377440"/>
            <a:ext cx="731520" cy="45720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748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240487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822960"/>
            <a:ext cx="3840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— Laravel API + React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32588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SPA → Axios HTTP Calls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Laravel API Routes (JSON)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Sanctum Token Authentication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MySQL via Eloquent ORM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Router Navigation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Vite + React 19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737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 with session auth (V1) and Sanctum token API auth (V2)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8686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68680"/>
            <a:ext cx="54864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projects. Search by name. Each project belongs to the authenticated user.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8686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86868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Task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 to projects, toggle status (pending / completed), delete tasks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&amp; Stats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projects, completed, pending tasks, and completion rate percentage at a glance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27889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788920"/>
            <a:ext cx="54864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name, email, and password from a dedicated profile page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27889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788920"/>
            <a:ext cx="54864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Contact 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18504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 with subject and body; stored in the database for support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 •  Full-Stack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(Version 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261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returns token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1762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token (auth)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633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user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Projects &amp; Tasks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344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94960" y="1252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1252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user projects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6733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673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9496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52360" y="1691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11226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1122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2130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/api/projects/{id}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2130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project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55117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51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2569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/api/projects/{id}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52360" y="2569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project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99008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990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/api/projects/{id}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30083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project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42900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429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/api/projects/{id}/tasks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3447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8679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67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9496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/api/tasks/{id}/toggle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52360" y="3886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task status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306824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306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94960" y="4325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52360" y="4325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246120"/>
            <a:ext cx="3931920" cy="5029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273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Protected by Laravel Sanctum token middleware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&amp; task endpoints require Authorization: Bearer {token}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auth (V1) | Split-panel auth (V2 React)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Home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cards: projects, tasks, completion rate + recent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860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CRUD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with search, +New Project, Edit &amp; Delete 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86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per project, add/toggle/delete tasks inline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6576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list + tech stack info (React sidebar layout)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576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 form: subject + body stored in 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 •  Full-Stack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286000" cy="2039112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286000" cy="320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59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remember_token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450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822960"/>
            <a:ext cx="2286000" cy="2039112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0" y="822960"/>
            <a:ext cx="2286000" cy="320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859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35808" y="1170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35808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 → users)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35808" y="1682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35808" y="1938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35808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35808" y="2450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822960"/>
            <a:ext cx="2286000" cy="2039112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822960"/>
            <a:ext cx="2286000" cy="320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859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1170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96128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 (FK → projects)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96128" y="1682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96128" y="19385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96128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96128" y="2450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017520"/>
            <a:ext cx="2286000" cy="178308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017520"/>
            <a:ext cx="2286000" cy="320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054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3364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3621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" y="3877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" y="4133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43891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3017520"/>
            <a:ext cx="3291840" cy="2551176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017520"/>
            <a:ext cx="3291840" cy="320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0540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personal_access_tokens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10128" y="3364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36210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tokenable_type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0128" y="38770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tokenable_id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10128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10128" y="43891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(hash)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310128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10128" y="4901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last_used_at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10128" y="51572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expires_at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users 1→∞ projects  |  projects 1→∞ tasks  |  users 1→∞ contacts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547"/>
          </a:solidFill>
          <a:ln w="12700">
            <a:solidFill>
              <a:srgbClr val="1A2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54864"/>
          </a:xfrm>
          <a:prstGeom prst="rect">
            <a:avLst/>
          </a:prstGeom>
          <a:solidFill>
            <a:srgbClr val="FF2D20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Laravel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controllers, Eloquent ORM, migrations, middleware, Breeze authentication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2296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Laravel Sanctum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64992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token-based Bearer tokens for React SPA requests. All API routes protected by auth:sanctum middleware.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82296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822960"/>
            <a:ext cx="2788920" cy="5486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React 19 + Vite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UI. Fast HMR via Vite. Axios for API calls, Context API for auth state.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2788920" cy="54864"/>
          </a:xfrm>
          <a:prstGeom prst="rect">
            <a:avLst/>
          </a:prstGeom>
          <a:solidFill>
            <a:srgbClr val="CA4245"/>
          </a:solidFill>
          <a:ln w="12700">
            <a:solidFill>
              <a:srgbClr val="CA42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  React Router v6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4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via PrivateRoute component. Navigation between Dashboard, Projects, About, Contact, Profile.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7832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2788920"/>
            <a:ext cx="2788920" cy="54864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MySQL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64992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users, projects, tasks, messages, and Sanctum tokens.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27889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27889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Blade Templates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18504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Templating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18504" y="35387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with Laravel Blade. Custom CSS for dark-mode styled UI in Version 1.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 •  Full-Stack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TaskApp — Project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complete Task Management App with CRUD for projects and tasks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45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Implemented two auth systems: Laravel Breeze (V1) + Sanctum API (V2)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Developed a full React 19 SPA consuming the Laravel REST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4688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with real-time analytics: stats, completion rate, recent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Designed a clean relational schema with migrations and Eloquent relationships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383280"/>
            <a:ext cx="4023360" cy="731520"/>
          </a:xfrm>
          <a:prstGeom prst="rect">
            <a:avLst/>
          </a:prstGeom>
          <a:solidFill>
            <a:srgbClr val="1A2547"/>
          </a:solidFill>
          <a:ln w="12700">
            <a:solidFill>
              <a:srgbClr val="2D3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474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Delivered two working versions sharing the same backend logic and 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Amine  •  TaskApp 2026  •  Laravel + React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TaskApp — Laravel &amp; React Project</dc:title>
  <dc:subject>PptxGenJS Presentation</dc:subject>
  <dc:creator>PptxGenJS</dc:creator>
  <cp:lastModifiedBy>PptxGenJS</cp:lastModifiedBy>
  <cp:revision>1</cp:revision>
  <dcterms:created xsi:type="dcterms:W3CDTF">2026-04-29T14:04:20Z</dcterms:created>
  <dcterms:modified xsi:type="dcterms:W3CDTF">2026-04-29T14:04:20Z</dcterms:modified>
</cp:coreProperties>
</file>